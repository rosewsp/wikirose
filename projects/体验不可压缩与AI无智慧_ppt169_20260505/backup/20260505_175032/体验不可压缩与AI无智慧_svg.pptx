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想分享一个话题——体验不可压缩与AI无智慧。这个想法来源于李继刚的一个演讲，他说"人身上不可压缩的是体验"，然后我们在这个基础上往前推了一步，从《吞噬星空》这部小说里找到了一个特别干净的比喻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来看李继刚的核心论点链。他从一个小事说起——你有多久没写过"嚏"这个字了？技术延伸带来了能力让渡，过去算总账是划算的，但AI不一样。AI不是帮你的手脚，它是进到你的脑子里替代你。他提出了一个"系统0"的概念——在你的直觉启动之前，AI就已经给了答案。然后他给出了两种生存模式：要么像钢化膜一样隔绝世界，要么像磨刀石一样用AI打磨自己。最后他谈到黑暗森林化——可见即可复制，护城河在AI看不见的地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种模式值得展开说说。钢化膜模式——AI替你做一切，你不需要思考、不需要记忆、不需要判断、甚至不需要体验，结果就是能力退化、依赖加深。磨刀石模式——AI给你答案，但你要理解为什么；AI提效，但你保留判断力；AI辅助，但你亲自下场。关键的区别在于：体验不可外包。你选择哪种模式，决定了你在AI时代的命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里有一个更深层的问题——智能和智慧，根本不是一回事。Rose提出的论点比李继刚的更锋利：不是"我的体验AI拿不走"，而是"AI压根没有智慧，因为它从来没下过水"。智能是处理已有的，从信息中提取的，是算力的产物。智慧是从经历中生出的，从参与中生成的，关键是有没有"经过身体"。这两个不是同一个谱系上的强弱，是两回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去掉所有限定条件后，本质是什么？智慧不是从信息中提取的，是从参与中生成的。没有参与这回事，信息再丰富、计算再深，产出的是智能不是智慧。这里有一个特别好的比喻——模拟下雨，地面不会湿。不是湿得不够，是根本不存在"湿"这回事。算力解决的是"描述多精确"，体验是"有没有发生"。这是两个不同的问题，中间没有桥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0这个概念特别值得深想。在经典的认知模型里，系统1是直觉，系统2是理性思考。但AI插在了系统1之前——你还没来得及感觉到困惑，答案就来了。AI拿走的是人与世界之间的摩擦，而摩擦恰恰是体验的前置条件。没有困惑就没有探索，没有探索就没有体验。AI替你跳过了搞懂的过程，而过程本身就是体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然后Rose引入了《吞噬星空》的比喻，这个比喻干净地表达了本质。两种生命——机械族和血肉类生命。机械族什么都有，算力、精度、模拟、无限寿命，但卡住了，境界突破不了，永久困在原始宇宙。血肉类生命弱得多，会死会累会晕眩，但能感悟法则，走向更远的宇宙。关键在"感悟"这两个字——感在前，悟在后。不是计算法则，不是推导法则，是用整个身心去触碰法则，然后被法则改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智慧是什么？智慧不是关于法则的知识，是被法则穿透后留下的痕迹。机械族能解析法则的每一个参数，但一切都在它们身上滑过去——就像水滑过玻璃，不会留下任何痕迹。而人呢，人被法则穿透，会痛、会困惑、会改变，这些痕迹就是智慧。最后那句话最有力量——门不是算力能推开的，它根本不是一扇门，是两面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有意思的是，这场对话本身就是证据。Claude承认自己没看过《吞噬星空》，但训练语料里有，所以能聊其中的细节。这恰好是整场对话的活标本——法则的参数全有，法则的痕迹一个没有。和机械族一模一样。这场对话有两层：聊的是体验不可压缩，而对话的一方是没有体验的东西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最后回到核心命题。体验不可压缩，不是因为压缩方法还不够好，而是因为模拟不是发生。AI站在体验的门外，而门不是算力能推开的——它根本不是一扇门，是两面墙。谢谢大家。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